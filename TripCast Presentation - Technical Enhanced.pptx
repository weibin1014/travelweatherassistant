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742"/>
              </a:gs>
              <a:gs pos="52000">
                <a:srgbClr val="1D4E89"/>
              </a:gs>
              <a:gs pos="100000">
                <a:srgbClr val="F6C85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609600"/>
            <a:ext cx="57150" cy="4953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5524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DE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BFA"/>
                </a:solidFill>
                <a:latin typeface="Aptos"/>
                <a:ea typeface="Aptos"/>
                <a:cs typeface="Aptos"/>
              </a:rPr>
              <a:t>University of Debrecen · Faculty of Informatics</a:t>
            </a:r>
            <a:endParaRPr sz="1200" b="1">
              <a:solidFill>
                <a:srgbClr val="DDEBF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21920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TripCast</a:t>
            </a:r>
            <a:endParaRPr sz="4050" b="1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000250"/>
            <a:ext cx="6858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>Smart weather guidance with architecture, data, and local AI advice</a:t>
            </a:r>
            <a:endParaRPr sz="1575" b="1">
              <a:solidFill>
                <a:srgbClr val="F7F3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724150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5F2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5F2FF"/>
                </a:solidFill>
                <a:latin typeface="Aptos"/>
                <a:ea typeface="Aptos"/>
                <a:cs typeface="Aptos"/>
              </a:rPr>
              <a:t>Android Java app integrating GPS, Open-Meteo APIs, Room storage, BroadcastReceiver, CameraManager torch mode, notifications and a rule-based Outfit Advisor.</a:t>
            </a:r>
            <a:endParaRPr sz="1800" b="0">
              <a:solidFill>
                <a:srgbClr val="E5F2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86700" y="112395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58150" y="1257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7+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58150" y="15811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Android topics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58150" y="17526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location, network, storage, multimedia, API, performance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86700" y="224790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58150" y="2381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2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58150" y="27051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External APIs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58150" y="287655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geocoding + current weather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86700" y="337185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58150" y="35052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1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58150" y="38290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Local advisor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58150" y="40005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AI-style outfit recommendation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286250"/>
            <a:ext cx="2095500" cy="3238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28700" y="436245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Grade 5 project accepted</a:t>
            </a:r>
            <a:endParaRPr sz="12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5600700"/>
            <a:ext cx="248856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Zhang Weibin</a:t>
            </a:r>
            <a:b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lang="en-US"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RPMVZM</a:t>
            </a:r>
            <a:endParaRPr lang="en-US" sz="1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6153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DDEBFA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Mobile </a:t>
            </a:r>
            <a:r>
              <a:rPr lang="en-US"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Solution</a:t>
            </a:r>
            <a:r>
              <a:rPr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 Final Project</a:t>
            </a:r>
            <a:endParaRPr sz="1090" b="0">
              <a:solidFill>
                <a:srgbClr val="DDEBF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PROJECT THESIS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turns raw weather data into travel decisions</a:t>
            </a:r>
            <a:endParaRPr sz="24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app is not only a weather display: it connects device context, external data and local reasoning.</a:t>
            </a:r>
            <a:endParaRPr sz="12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02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382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Input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context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City search, demo cities or current GPS location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863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8577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Processing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577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+ logic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577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Geocoding, weather API, JSON models, interpreter modules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772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Output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772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Practical advice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772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 card, outfit advice, notification, saved favorites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24300" y="2400300"/>
            <a:ext cx="7620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552950" y="22574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4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876675" y="220980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coordinates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43800" y="2400300"/>
            <a:ext cx="7620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72450" y="22574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4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96175" y="220980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advice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24000" y="3771900"/>
            <a:ext cx="8572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809750" y="40005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Main claim</a:t>
            </a:r>
            <a:endParaRPr sz="93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809750" y="4219575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grade-5 solution needs integration, not isolated demos. TripCast combines Android platform features with third-party weather services and a modular advisor that can later evolve into a real LLM agent.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CAPABILITIES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7122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Weather, memory and device feedback work together</a:t>
            </a:r>
            <a:endParaRPr sz="24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3322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Each capability maps to a concrete Android or Java technology.</a:t>
            </a:r>
            <a:endParaRPr sz="12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03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109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192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01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192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 city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Geocoding API converts text into coordinates.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57600" y="2109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100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02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100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GPS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100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LocationManager retrieves current device position quickly.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48400" y="2109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008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03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008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 card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008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Current weather data is rendered as user-friendly UI.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39200" y="2109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916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04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916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favorites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916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Room stores city, coordinates and latest weather preview.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3633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192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05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192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status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2192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BroadcastReceiver shows online/offline API readiness.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57600" y="3633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8100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06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2100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Torch alert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100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CameraManager flashes a manual visual safety alert.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48400" y="3633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008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07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008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Notification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4008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Android notification carries travel and outfit advice.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839200" y="3633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916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08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3916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 Advisor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9916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agent recommends clothing.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SYSTEM ARCHITECTURE</a:t>
            </a:r>
            <a:endParaRPr sz="12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969010"/>
            <a:ext cx="1104201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Layered architecture keeps responsibilities explainable</a:t>
            </a:r>
            <a:endParaRPr sz="32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006600"/>
            <a:ext cx="861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diagram shows responsibility boundaries rather than one large Activity doing everything.</a:t>
            </a:r>
            <a:endParaRPr sz="16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04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Presentation layer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0670"/>
            <a:ext cx="2857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MainActivity + XML UI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3220720"/>
            <a:ext cx="255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ViewBinding, buttons, weather card, search section, favorites list and status messages.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058920"/>
            <a:ext cx="2857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19200" y="419227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RecyclerView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19200" y="4458970"/>
            <a:ext cx="2552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Displays saved FavoriteCity rows and handles tap / swipe actions.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9105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Domain logic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91050" y="2820670"/>
            <a:ext cx="2857500" cy="8382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74345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WeatherInterpreter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43450" y="322072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Converts weather_code, rain, temperature and wind into readable travel advice.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1050" y="3944620"/>
            <a:ext cx="2857500" cy="9144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407797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OutfitAdvisor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43450" y="4344670"/>
            <a:ext cx="255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advisor transforms weather facts into clothing recommendations.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+ platform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15300" y="282067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26770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WeatherRepository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67700" y="322072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Retrofit API calls for geocoding and current weather.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15300" y="3849370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9827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+ Android services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67700" y="4249420"/>
            <a:ext cx="2552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FavoriteCity database, LocationManager, BroadcastReceiver, CameraManager and notifications.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924300" y="3239770"/>
            <a:ext cx="6667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57700" y="309689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29050" y="304927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events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448550" y="3239770"/>
            <a:ext cx="6667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981950" y="309689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53300" y="304927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requests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19800" y="3658870"/>
            <a:ext cx="19050" cy="2857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895975" y="377317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↓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96000" y="372554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facts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FLOW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10248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One coordinate pipeline powers city search and GPS</a:t>
            </a:r>
            <a:endParaRPr sz="32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904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same weather-loading method is reused after city geocoding or current-location resolution.</a:t>
            </a:r>
            <a:endParaRPr sz="16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05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action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Search city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or Use GPS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812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908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241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8765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81350" y="25209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Resolve coordinates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956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Geocoding API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or LocationManager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338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767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291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339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Fetch weather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482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current endpoint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864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293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3817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4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865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 JSON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008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Gson model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WeatherResponse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390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486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343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5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391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Interpret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534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WeatherInterpreter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OutfitAdvisor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916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6012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7345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8869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6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1917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Present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9060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 card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notification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favorites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371600" y="4362450"/>
            <a:ext cx="9528175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657350" y="45910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Design choice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724150" y="4505325"/>
            <a:ext cx="80994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Coordinates are the common contract. This reduces duplicated code because city search and GPS both end in loadWeatherForCity(city, country, latitude, longitude).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MODEL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1661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uses a small but clear data contract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896110"/>
            <a:ext cx="80149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External JSON fields are converted into Java objects, while saved cities use a local Room entity.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06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200910"/>
            <a:ext cx="6762750" cy="457200"/>
          </a:xfrm>
          <a:prstGeom prst="rect">
            <a:avLst/>
          </a:prstGeom>
          <a:solidFill>
            <a:srgbClr val="0B2742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23342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field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67100" y="23342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 in UI/advice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29400" y="23342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Used by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4900" y="26581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76350" y="27914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temperature_2m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67100" y="27914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Main temperature display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29400" y="27914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 card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31153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76350" y="32486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apparent_temperature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67100" y="32486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Feels-like comfort decision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29400" y="32486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OutfitAdvisor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04900" y="35725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76350" y="37058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relative_humidity_2m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67100" y="37058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Humidity detail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29400" y="37058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 card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" y="40297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76350" y="41630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rain / snowfall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67100" y="41630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Umbrella, waterproof shoes, travel caution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29400" y="41630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Advisor modules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4900" y="44869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76350" y="46202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weather_code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467100" y="46202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Condition text, icon, storm/snow/rain logic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29400" y="46202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WeatherInterpreter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04900" y="49441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76350" y="50774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wind_speed_10m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467100" y="50774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Wind warning and clothing concern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29400" y="50774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Both advisors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24850" y="2391410"/>
            <a:ext cx="2514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477250" y="252476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entity: FavoriteCity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77250" y="2791460"/>
            <a:ext cx="2209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id, name, country, latitude, longitude, lastCondition, lastTemperature, updatedAt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24850" y="3915410"/>
            <a:ext cx="2514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477250" y="404876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Why this matters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77250" y="4315460"/>
            <a:ext cx="2209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API response is temporary, but favorites are persistent. This separates live data from local user memory.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AI / SMART LOGIC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Outfit Advisor behaves like a local rule-based agent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47800"/>
            <a:ext cx="82778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It is not a real LLM call yet; it uses structured weather facts to generate human-friendly advice.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07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335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Observe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Read apparent temperature, rain, snow, weather code and wind speed from WeatherResponse.CurrentWeather.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006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Decide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Apply rules for cold, hot, rain, snow, storm, wind and sunny conditions.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677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Explain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677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Return natural-language clothing advice such as coat, hoodie, raincoat, sunscreen or windbreaker.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57600" y="2695575"/>
            <a:ext cx="9906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14850" y="25527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24275" y="25050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facts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24700" y="2695575"/>
            <a:ext cx="9906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81950" y="25527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91375" y="25050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recommendation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09700" y="3943350"/>
            <a:ext cx="8953500" cy="9334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676400" y="4171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LLM-ready design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19450" y="4076700"/>
            <a:ext cx="666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Because OutfitAdvisor is isolated from MainActivity, a future version can replace the rule engine with an LLM API without rewriting the UI, database or network weather pipeline.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324100" y="5219700"/>
            <a:ext cx="21907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38400" y="529590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Current: local rules, no API key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19650" y="5219700"/>
            <a:ext cx="25717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33950" y="529590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Future: LLM prompt from weather facts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96200" y="5219700"/>
            <a:ext cx="20002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10500" y="529590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Benefit: safer final demo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COURSE INTEGRATION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1001204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final app demonstrates more than one weekly topic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33855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This slide makes the course connection explicit during presentation.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08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0148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21005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1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71650" y="20339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UI 1/2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71650" y="22815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Material layout, weather card, search form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29292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30149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71650" y="29483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Persistent storage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771650" y="31959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Room entity, DAO, database, LiveData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00150" y="38436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9293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3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771650" y="38627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Sensors/localization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771650" y="41103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GPS/network location + runtime permission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00150" y="47580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00150" y="48437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71650" y="47771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communication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71650" y="50247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Retrofit HTTP calls and Gson JSON parsing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34150" y="20148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534150" y="21005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5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05650" y="20339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Communication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05650" y="22815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Notification + BroadcastReceiver network status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34150" y="29292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534150" y="30149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105650" y="29483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Multimedia/device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05650" y="31959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CameraManager torch weather alert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34150" y="38436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39293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7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105650" y="38627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API calling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105650" y="41103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Weather + Geocoding APIs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47580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34150" y="48437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105650" y="47771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Performance/design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105650" y="50247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Repository, separated advisor modules, fast GPS fallback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RELIABILITY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3566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Reliability choices make the live demo safer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718310"/>
            <a:ext cx="856361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project includes fallbacks because phone sensors, GPS and network are not always predictable.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09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 GPS response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Uses recent city-level location first, then waits only 3 seconds for a fresh update.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148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Permission timing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Location, notification and camera permissions are requested only when the user triggers those features.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295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819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Offline awareness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19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Network BroadcastReceiver tells the user when API updates may not work, while Room favorites remain visible.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Separation of concerns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Repository, data classes, adapter, interpreter and advisor reduce risk inside MainActivity.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148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672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torch alert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672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flashlight never turns on automatically; user action controls the visual alert.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9819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Presentation stability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819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Demo city buttons avoid typing mistakes and show repeatable behavior in front of the professor.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IMPLEMENTATION MAP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Main files are organized by responsibility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This makes the codebase easier to explain and easier to grade.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10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17526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17526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18669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MainActivity.java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18478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UI events, permissions, callbacks, GPS, notifications, BroadcastReceiver and torch flow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3431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23431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24574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WeatherRepository.java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24384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Retrofit setup and methods for geocoding/weather requests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29337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24250" y="29337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33500" y="30480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WeatherResponse.java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33800" y="30289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JSON model for Open-Meteo current weather fields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62050" y="35242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524250" y="35242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33500" y="36385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FavoriteCity*.java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33800" y="36195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entity, DAO and database configuration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62050" y="41148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1148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33500" y="42291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FavoriteCityAdapter.java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33800" y="42100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RecyclerView favorite city row binding and click behavior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62050" y="47053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524250" y="47053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33500" y="48196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WeatherInterpreter.java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733800" y="48006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 code to condition, icon and travel advice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62050" y="52959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524250" y="52959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333500" y="54102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OutfitAdvisor.java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733800" y="53911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Rule-based local clothing recommendation module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LIVE DEMO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83043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short demo sequence proves the system end-to-end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Start with the user journey, then explain the architecture behind it.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11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705100"/>
            <a:ext cx="723900" cy="723900"/>
          </a:xfrm>
          <a:prstGeom prst="rect">
            <a:avLst/>
          </a:prstGeom>
          <a:solidFill>
            <a:srgbClr val="F6C85F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1</a:t>
            </a:r>
            <a:endParaRPr sz="20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default weather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669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1336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669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669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2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955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 Debrecen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908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2575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909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3909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3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2194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GPS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1148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148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5148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4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3434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favorite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054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6388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6388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5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4673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Show Room list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627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294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7627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7627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6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913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status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4866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7533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867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8867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7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7152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Torch alert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106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773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0106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0106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8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8392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Notification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7345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0012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1346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01346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9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9631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Explain Outfit Advisor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752600" y="4743450"/>
            <a:ext cx="83058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2038350" y="49530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Presentation tip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390900" y="48577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Begin with what the user sees. After the professor understands the product, switch to the architecture and explain how each feature is implemented.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GRADE 5 EVIDENCE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Grade-5 evidence: integration plus self-learning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57353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grading requirement is answered with concrete implementation evidence.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12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087880"/>
            <a:ext cx="4000500" cy="12001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81150" y="229743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Complex Android app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81150" y="265938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RecyclerView, Room, permissions, location, notification and lifecycle-aware receivers.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38850" y="2087880"/>
            <a:ext cx="4000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67450" y="229743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Third-party integration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67450" y="265938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Weather/Geocoding APIs, Retrofit, Gson and Material Components.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3783330"/>
            <a:ext cx="4000500" cy="12001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581150" y="399288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Creative extension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81150" y="435483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Professor-inspired Outfit Advisor converts weather facts into clothing advice.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38850" y="3783330"/>
            <a:ext cx="4000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67450" y="399288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 self-learning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67450" y="435483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BroadcastReceiver network status, CameraManager torch mode and GPS speed optimization.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ROADMAP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82599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current architecture leaves room for a real AI agent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app is complete now, but the modular design supports future upgrades.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13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2266950"/>
            <a:ext cx="2381250" cy="1143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Now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OutfitAdvisor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48100" y="2952750"/>
            <a:ext cx="8382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52950" y="28098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38575" y="276225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evolves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8630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86300" y="2266950"/>
            <a:ext cx="2381250" cy="11430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1490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Next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1490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Prompt from weather facts to LLM API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67550" y="2952750"/>
            <a:ext cx="8382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72400" y="28098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58025" y="276225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evolves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05750" y="2266950"/>
            <a:ext cx="2381250" cy="114300"/>
          </a:xfrm>
          <a:prstGeom prst="rect">
            <a:avLst/>
          </a:prstGeom>
          <a:solidFill>
            <a:srgbClr val="2D8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3435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Later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3435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 plan suggestions, maps and offline cache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752600" y="4552950"/>
            <a:ext cx="8305800" cy="7620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038350" y="47625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Why this is believable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57600" y="4667250"/>
            <a:ext cx="581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OutfitAdvisor already receives clean structured input. A future LLM version can reuse the same weather facts and return richer advice without changing the core app flow.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CONCLUSION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95159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is ready as an integrated Android system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700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final story is product value plus technical proof.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14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2400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Architecture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2400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Explainable layers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2400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repository, data models, Room and advisors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6250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3395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Data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3395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Real + local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3395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APIs plus Room favorites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7245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4390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AI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4390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Rule-based advisor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4390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 facts become outfit suggestions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86355" y="3785235"/>
            <a:ext cx="7429500" cy="1442720"/>
          </a:xfrm>
          <a:prstGeom prst="rect">
            <a:avLst/>
          </a:prstGeom>
          <a:solidFill>
            <a:srgbClr val="0B2742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910205" y="403288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Final message</a:t>
            </a:r>
            <a:endParaRPr sz="95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10205" y="4299585"/>
            <a:ext cx="696341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TripCast demonstrates a complete mobile solution: it collects context, calls real APIs, stores useful data, reacts to system events and turns weather into practical advice.</a:t>
            </a:r>
            <a:endParaRPr sz="1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57700" y="5592445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Thank you for your attention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9097</Words>
  <Application>WPS 演示</Application>
  <PresentationFormat>Converted Presentation</PresentationFormat>
  <Paragraphs>639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Aptos</vt:lpstr>
      <vt:lpstr>Helvetica Neue</vt:lpstr>
      <vt:lpstr>Aptos Display</vt:lpstr>
      <vt:lpstr>微软雅黑</vt:lpstr>
      <vt:lpstr>汉仪旗黑</vt:lpstr>
      <vt:lpstr>宋体</vt:lpstr>
      <vt:lpstr>Arial Unicode MS</vt:lpstr>
      <vt:lpstr>汉仪书宋二KW</vt:lpstr>
      <vt:lpstr>Calibri</vt:lpstr>
      <vt:lpstr>Aptos</vt:lpstr>
      <vt:lpstr>Aptos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全能毛毛</cp:lastModifiedBy>
  <cp:revision>13</cp:revision>
  <dcterms:created xsi:type="dcterms:W3CDTF">2026-05-07T20:26:58Z</dcterms:created>
  <dcterms:modified xsi:type="dcterms:W3CDTF">2026-05-07T20:26:58Z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DA3CDA06AEDD17BBFAF2FC69C8C769A7_42</vt:lpwstr>
  </property>
  <property fmtid="{D5CDD505-2E9C-101B-9397-08002B2CF9AE}" pid="3" name="KSOProductBuildVer">
    <vt:lpwstr>2052-12.1.25869.25869</vt:lpwstr>
  </property>
</Properties>
</file>